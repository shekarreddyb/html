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274320"/>
            <a:ext cx="146304" cy="146304"/>
          </a:xfrm>
          <a:prstGeom prst="ellipse">
            <a:avLst/>
          </a:prstGeom>
          <a:solidFill>
            <a:srgbClr val="FFB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292608"/>
            <a:ext cx="109728" cy="109728"/>
          </a:xfrm>
          <a:prstGeom prst="ellipse">
            <a:avLst/>
          </a:prstGeom>
          <a:solidFill>
            <a:srgbClr val="F1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14048" y="6355080"/>
            <a:ext cx="164592" cy="164592"/>
          </a:xfrm>
          <a:prstGeom prst="ellipse">
            <a:avLst/>
          </a:prstGeom>
          <a:solidFill>
            <a:srgbClr val="5FB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6327648"/>
            <a:ext cx="100584" cy="100584"/>
          </a:xfrm>
          <a:prstGeom prst="ellipse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Aptos Display"/>
              </a:rPr>
              <a:t>How are you feeling today?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>
                <a:solidFill>
                  <a:srgbClr val="646973"/>
                </a:solidFill>
                <a:latin typeface="Aptos"/>
              </a:rPr>
              <a:t>Pick a number. No explanation required 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1353312"/>
            <a:ext cx="10314432" cy="4846320"/>
          </a:xfrm>
          <a:prstGeom prst="roundRect">
            <a:avLst/>
          </a:prstGeom>
          <a:solidFill>
            <a:srgbClr val="E0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261872"/>
            <a:ext cx="1031443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Mood montage - autoplay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4128" y="1389888"/>
            <a:ext cx="10058400" cy="45902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23960" y="6236208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287"/>
                </a:solidFill>
                <a:latin typeface="Aptos"/>
              </a:rPr>
              <a:t>▶ plays with original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